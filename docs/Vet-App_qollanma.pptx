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0" y="-109728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D56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393192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EF8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BE3D5"/>
                </a:solidFill>
                <a:latin typeface="Arial"/>
              </a:rPr>
              <a:t>VET-APP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86868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Foydalanish</a:t>
            </a:r>
          </a:p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qo'llanmasi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Arial"/>
              </a:rPr>
              <a:t>Mijoz, veterinar va administrator uchun
qadamma-qadam oddiy yo'riqnoma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E8774A"/>
                </a:solidFill>
                <a:latin typeface="Arial"/>
              </a:rPr>
              <a:t>Mijoz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5486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E8774A"/>
                </a:solidFill>
                <a:latin typeface="Arial"/>
              </a:rPr>
              <a:t>Veterinar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486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E8774A"/>
                </a:solidFill>
                <a:latin typeface="Arial"/>
              </a:rPr>
              <a:t>Admin 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TANISHUV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Vet-App nima?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3201D"/>
                </a:solidFill>
                <a:latin typeface="Arial"/>
              </a:rPr>
              <a:t>Veterinarni tez topish uchun ilova. Hayvoningiz kasal bo'lsa, ishonchli veterinarni topasiz va uyingizga chaqirasiz.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108960"/>
            <a:ext cx="822960" cy="109728"/>
          </a:xfrm>
          <a:prstGeom prst="roundRect">
            <a:avLst>
              <a:gd name="adj" fmla="val 8000"/>
            </a:avLst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23201D"/>
                </a:solidFill>
                <a:latin typeface="Arial"/>
              </a:rPr>
              <a:t>Telegram ichida ishlaydi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Alohida dastur o'rnatish shart emas. Telegram botni oching, ilova shu yerda ochiladi.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3464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3108960"/>
            <a:ext cx="822960" cy="109728"/>
          </a:xfrm>
          <a:prstGeom prst="roundRect">
            <a:avLst>
              <a:gd name="adj" fmla="val 8000"/>
            </a:avLst>
          </a:prstGeom>
          <a:solidFill>
            <a:srgbClr val="2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3375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23201D"/>
                </a:solidFill>
                <a:latin typeface="Arial"/>
              </a:rPr>
              <a:t>Ikki usulda chaqirish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20624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Bitta veterinarni o'zingiz tanlaysiz yoki hammaga ochiq so'rov yuborib, takliflar kutasiz.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3464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3108960"/>
            <a:ext cx="822960" cy="109728"/>
          </a:xfrm>
          <a:prstGeom prst="roundRect">
            <a:avLst>
              <a:gd name="adj" fmla="val 8000"/>
            </a:avLst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3375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23201D"/>
                </a:solidFill>
                <a:latin typeface="Arial"/>
              </a:rPr>
              <a:t>Ishonchli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0624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Admin tekshirgan veterinarlarga "Tasdiqlangan" belgisi qo'yiladi. Izohlar va reytinglar ochiq.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UCH XIL FOYDALANUVCHI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Kim nima qiladi?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B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774A"/>
                </a:solidFill>
                <a:latin typeface="Arial"/>
              </a:rPr>
              <a:t>Mijoz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50592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Hayvon egasi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319272"/>
            <a:ext cx="256032" cy="256032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461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Hayvonini qo'shadi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959352"/>
            <a:ext cx="256032" cy="256032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8620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Veterinar topadi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599431"/>
            <a:ext cx="256032" cy="256032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2627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Chaqiruv yuboradi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239512"/>
            <a:ext cx="256032" cy="256032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6635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Baho va izoh qoldiradi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73736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73736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874519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3FA06A"/>
                </a:solidFill>
                <a:latin typeface="Arial"/>
              </a:rPr>
              <a:t>Veterinar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450592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Mutaxassis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319272"/>
            <a:ext cx="256032" cy="256032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2461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Profilini to'ldiradi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3959352"/>
            <a:ext cx="256032" cy="256032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88620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Chaqiruvlarni qabul qiladi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4599431"/>
            <a:ext cx="256032" cy="256032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52627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Ochiq so'rovlarga taklif beradi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5239512"/>
            <a:ext cx="256032" cy="256032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16635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Ishni yakunlaydi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73736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173736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874519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2F6FBD"/>
                </a:solidFill>
                <a:latin typeface="Arial"/>
              </a:rPr>
              <a:t>Administrator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50592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Nazoratchi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319272"/>
            <a:ext cx="256032" cy="256032"/>
          </a:xfrm>
          <a:prstGeom prst="ellipse">
            <a:avLst/>
          </a:prstGeom>
          <a:solidFill>
            <a:srgbClr val="2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2461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Veterinarlarni tasdiqlaydi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3959352"/>
            <a:ext cx="256032" cy="256032"/>
          </a:xfrm>
          <a:prstGeom prst="ellipse">
            <a:avLst/>
          </a:prstGeom>
          <a:solidFill>
            <a:srgbClr val="2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88620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Shikoyatlarni ko'radi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4599431"/>
            <a:ext cx="256032" cy="256032"/>
          </a:xfrm>
          <a:prstGeom prst="ellipse">
            <a:avLst/>
          </a:prstGeom>
          <a:solidFill>
            <a:srgbClr val="2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452627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Yomon izohni o'chiradi</a:t>
            </a:r>
          </a:p>
        </p:txBody>
      </p:sp>
      <p:sp>
        <p:nvSpPr>
          <p:cNvPr id="41" name="Oval 40"/>
          <p:cNvSpPr/>
          <p:nvPr/>
        </p:nvSpPr>
        <p:spPr>
          <a:xfrm>
            <a:off x="8321040" y="5239512"/>
            <a:ext cx="256032" cy="256032"/>
          </a:xfrm>
          <a:prstGeom prst="ellipse">
            <a:avLst/>
          </a:prstGeom>
          <a:solidFill>
            <a:srgbClr val="2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16635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Foydalanuvchini bloklaydi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BIRINCHI QADAM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Qanday boshlanadi?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33955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56231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Telegramda Vet-App botini oching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0370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Mijoz uchun alohida bot, veterinar uchun alohida bot bor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34056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884932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0720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"Start" tugmasini bosing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5468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yoki chatga  /start  deb yozing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85032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835908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5818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Pastdagi tugmani bosing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05656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Bot yuborgan xabardagi ilovani ochish tugmasi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36008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786884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70916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Tayyor! Ilova ochiladi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056632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Ro'yxatdan o'tish shart emas: Telegram hisobingiz o'zi kiritadi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98A15"/>
                </a:solidFill>
                <a:latin typeface="Arial"/>
              </a:rPr>
              <a:t>Maslahat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80644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Ilova tilini o'zgartirish mumkin: Profil bo'limi, keyin "Til" (O'zbekcha yoki Ruscha).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MIJOZ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Mijoz ilovasi: 4 ta bo'lim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6F665D"/>
                </a:solidFill>
                <a:latin typeface="Arial"/>
              </a:rPr>
              <a:t>Pastda to'rtta tugma bor. Hamma narsa shu yerdan boshqariladi.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257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377439"/>
            <a:ext cx="640080" cy="64008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86000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3201D"/>
                </a:solidFill>
                <a:latin typeface="Arial"/>
              </a:rPr>
              <a:t>Bosh sahifa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34639"/>
            <a:ext cx="3931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Faol so'rovingiz, tezkor tugmalar va yaqin atrofdagi veterinarlar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03120"/>
            <a:ext cx="5257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377439"/>
            <a:ext cx="640080" cy="64008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3201D"/>
                </a:solidFill>
                <a:latin typeface="Arial"/>
              </a:rPr>
              <a:t>Vetlar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34639"/>
            <a:ext cx="3931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Veterinarlarni qidirish: ro'yxat yoki xarita ko'rinishida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257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206240"/>
            <a:ext cx="640080" cy="64008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14800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3201D"/>
                </a:solidFill>
                <a:latin typeface="Arial"/>
              </a:rPr>
              <a:t>So'rovlar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663440"/>
            <a:ext cx="3931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Barcha chaqiruvlaringiz: "Faol" va "Tugagan" ro'yxati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31920"/>
            <a:ext cx="5257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114800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3201D"/>
                </a:solidFill>
                <a:latin typeface="Arial"/>
              </a:rPr>
              <a:t>Profil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63440"/>
            <a:ext cx="3931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665D"/>
                </a:solidFill>
                <a:latin typeface="Arial"/>
              </a:rPr>
              <a:t>Ism, rasm, hayvonlaringiz, til va yordam markazi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FA06A"/>
                </a:solidFill>
                <a:latin typeface="Arial"/>
              </a:rPr>
              <a:t>Eslatma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6072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Ro'yxatni pastga tortib qo'yib yuborsangiz, yangi ma'lumotlar yuklanadi.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MIJOZ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1-qadam: hayvoningizni qo'shing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33955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83080"/>
            <a:ext cx="9509759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Pastdan "Profil" bo'limini oching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34056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84932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0720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"Mening hayvonlarim" qismini toping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5468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Qo'shilmagan bo'lsa "Hali hayvon qo'shilmagan" deb yozilgan bo'ladi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85032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835908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5818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Ismini va turini yozing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05656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Masalan: ism "Bars", turi "It"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36008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786884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0916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Qo'shish tugmasini bosing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056632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Endi chaqiruv yuborayotganda shu hayvonni tanlay olasiz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98A15"/>
                </a:solidFill>
                <a:latin typeface="Arial"/>
              </a:rPr>
              <a:t>Maslahat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80644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Bir nechta hayvoningiz bo'lsa, hammasini qo'shing. Xohlaganini o'chirish mumkin.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MIJOZ: TO'G'RIDAN CHAQIRUV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2-qadam: veterinar toping va chaqiring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97380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56231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"Vetlar" bo'limiga kiring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0370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Ism yoki klinika nomi bo'yicha qidiring, yoki xaritaga o'ting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6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756916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1576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Veterinar kartasini bosing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6324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Tajriba, reyting, xizmatlar va izohlarni ko'rasiz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02152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616452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7530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Hayvonni tanlab, muammoni yozing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22776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Vaqt va manzil ixtiyoriy, lekin manzil yozsangiz veterinarga oson bo'ladi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61688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475988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3484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"Yuborish" tugmasini bosing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782312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Veterinarga xabar ketadi. Javobni "So'rovlar" bo'limida ko'rasiz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2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98A15"/>
                </a:solidFill>
                <a:latin typeface="Arial"/>
              </a:rPr>
              <a:t>Maslahat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76072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Xaritada uzoqdan qaralsa veterinarlar nuqta bo'lib, yaqinlashtirsangiz rasmi bilan ko'rinadi.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MIJOZ: IKKINCHI USUL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Ochiq so'rov: veterinarlar o'zi taklif beradi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6F665D"/>
                </a:solidFill>
                <a:latin typeface="Arial"/>
              </a:rPr>
              <a:t>Qaysi veterinarni tanlashni bilmasangiz yoki narxni solishtirmoqchi bo'lsangiz, hammaga ochiq so'rov yuboring.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491740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77440"/>
            <a:ext cx="9509759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Bosh sahifada "Ochiq so'rov" tugmasini bosing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18688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332988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9184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Shahar, muammo va taxminiy byudjetni yozing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639312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Byudjet ixtiyoriy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59936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174236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3308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"Ochiq so'rov joylash" tugmasi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8056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Mos veterinarlarga xabar boradi va ular narx taklif qiladi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01184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5484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974336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"Takliflarni ko'rish", keyin "Qabul qilish"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2180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O'zingizga ma'qul narx va veterinarni tanlaysiz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MIJOZ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So'rov holatlarini qanday tushunish kerak?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To'g'ridan chaqiruv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C98A15"/>
                </a:solidFill>
                <a:latin typeface="Arial"/>
              </a:rPr>
              <a:t>Kutilmoqda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5486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6F665D"/>
                </a:solidFill>
                <a:latin typeface="Arial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2F6FBD"/>
                </a:solidFill>
                <a:latin typeface="Arial"/>
              </a:rPr>
              <a:t>Qabul qilindi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03120"/>
            <a:ext cx="5486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6F665D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2F6FBD"/>
                </a:solidFill>
                <a:latin typeface="Arial"/>
              </a:rPr>
              <a:t>Yo'lda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5486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6F665D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3FA06A"/>
                </a:solidFill>
                <a:latin typeface="Arial"/>
              </a:rPr>
              <a:t>Yakunlandi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Agar veterinar ko'ndirmasa yoki siz fikringizni o'zgartirsangiz: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B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D1483F"/>
                </a:solidFill>
                <a:latin typeface="Arial"/>
              </a:rPr>
              <a:t>Rad etildi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3832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B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D1483F"/>
                </a:solidFill>
                <a:latin typeface="Arial"/>
              </a:rPr>
              <a:t>Bekor qilindi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Ochiq so'rov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C98A15"/>
                </a:solidFill>
                <a:latin typeface="Arial"/>
              </a:rPr>
              <a:t>Ochiq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46320"/>
            <a:ext cx="5486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6F665D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8463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2F6FBD"/>
                </a:solidFill>
                <a:latin typeface="Arial"/>
              </a:rPr>
              <a:t>Vet tayinlandi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846320"/>
            <a:ext cx="5486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6F665D"/>
                </a:solidFill>
                <a:latin typeface="Arial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846320"/>
            <a:ext cx="2286000" cy="594360"/>
          </a:xfrm>
          <a:prstGeom prst="roundRect">
            <a:avLst>
              <a:gd name="adj" fmla="val 50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700" b="1">
                <a:solidFill>
                  <a:srgbClr val="3FA06A"/>
                </a:solidFill>
                <a:latin typeface="Arial"/>
              </a:rPr>
              <a:t>Yakunlandi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846320"/>
            <a:ext cx="26517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Muddati o'tsa: "Muddati tugadi"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FA06A"/>
                </a:solidFill>
                <a:latin typeface="Arial"/>
              </a:rPr>
              <a:t>Eslatma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85216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Holat o'zgarsa Telegramga xabar keladi. Ilovadagi qo'ng'iroqcha ham shuni ko'rsatadi.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MIJOZ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Ish tugagach: baho va shikoyat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7548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3FA06A"/>
                </a:solidFill>
                <a:latin typeface="Arial"/>
              </a:rPr>
              <a:t>Baholash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75488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1. So'rov "Yakunlandi" bo'lgach, kartasidagi "Baholash" tugmasini bosing.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2. 1 dan 5 gacha yulduz qo'ying.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3. Xohlasangiz izoh yozing.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Izohni keyin tahrirlash yoki o'chirish mumkin. Baho veterinar reytingiga qo'shiladi.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25780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FB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47548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D1483F"/>
                </a:solidFill>
                <a:latin typeface="Arial"/>
              </a:rPr>
              <a:t>Shikoyat qilish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75488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Kartadagi "Shikoyat" tugmasini bosib, sababni tanlang: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  - Kelmadi / javob bermadi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  - Muomalasi yomon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  - Firibgarlik / pul talab qildi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  - Xizmat sifati past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3201D"/>
                </a:solidFill>
                <a:latin typeface="Arial"/>
              </a:rPr>
              <a:t>Shikoyat adminga boradi va ko'rib chiqiladi.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B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D1483F"/>
                </a:solidFill>
                <a:latin typeface="Arial"/>
              </a:rPr>
              <a:t>Diqqat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71500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Shikoyatni yuborgach qaytarib bo'lmaydi. Faqat rostdan muammo bo'lsa yuboring.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FA06A"/>
                </a:solidFill>
                <a:latin typeface="Arial"/>
              </a:rPr>
              <a:t>VETERINAR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Veterinar: avval profilni to'ldiring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6F665D"/>
                </a:solidFill>
                <a:latin typeface="Arial"/>
              </a:rPr>
              <a:t>To'liq profil mijozlarga ishonch beradi va sizni topishni osonlashtiradi.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3201D"/>
                </a:solidFill>
                <a:latin typeface="Arial"/>
              </a:rPr>
              <a:t>Ism, rasm, telefon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Profil bo'limida rasmingizga bosib yuklang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2423160"/>
            <a:ext cx="502920" cy="502920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24028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3201D"/>
                </a:solidFill>
                <a:latin typeface="Arial"/>
              </a:rPr>
              <a:t>Mutaxassislik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5176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Qaysi hayvonlar bilan ishlashingizni tanlang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611880"/>
            <a:ext cx="502920" cy="502920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2900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3201D"/>
                </a:solidFill>
                <a:latin typeface="Arial"/>
              </a:rPr>
              <a:t>Xizmatlar va narxlar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4048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Kamida bitta xizmat qo'shing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3756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611880"/>
            <a:ext cx="502920" cy="502920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42900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3201D"/>
                </a:solidFill>
                <a:latin typeface="Arial"/>
              </a:rPr>
              <a:t>Joylashuv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Xaritada belgilang yoki manzil bo'yicha qidiring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4800600"/>
            <a:ext cx="502920" cy="502920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61772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3201D"/>
                </a:solidFill>
                <a:latin typeface="Arial"/>
              </a:rPr>
              <a:t>Bio va tajriba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2920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O'zingiz, klinikangiz va necha yillik tajribangiz haqida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2628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4800600"/>
            <a:ext cx="502920" cy="502920"/>
          </a:xfrm>
          <a:prstGeom prst="ellipse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1772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3201D"/>
                </a:solidFill>
                <a:latin typeface="Arial"/>
              </a:rPr>
              <a:t>Qabul turi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02920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665D"/>
                </a:solidFill>
                <a:latin typeface="Arial"/>
              </a:rPr>
              <a:t>Uyga boraman va/yoki online konsultatsiya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D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FA06A"/>
                </a:solidFill>
                <a:latin typeface="Arial"/>
              </a:rPr>
              <a:t>Eslatma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80644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"Tasdiqlangan" belgisini admin qo'yadi. Profil to'liq bo'lsa tekshirish tezroq bo'ladi.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FA06A"/>
                </a:solidFill>
                <a:latin typeface="Arial"/>
              </a:rPr>
              <a:t>VETERINAR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Veterinar: chaqiruvlar bilan ishlash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56231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Bosh sahifada "Ish qabul qilaman" yoqilgan bo'lsin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0370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O'chiq bo'lsa mijozlar sizni ko'rmaydi va chaqiruv kelmaydi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9191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816351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5234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Yangi chaqiruv kelganda "Chaqiruvlar" bo'limini oching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99815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Bildirishnoma va raqamli belgi ko'rinadi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75303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712463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648456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"Qabul qilish" yoki "Rad etish"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9592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Mijoz javobni darhol ko'radi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71416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608576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54456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Yo'lga chiqsangiz "Yo'ldaman" tugmasini bosing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89204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Ish tugagach "Yakunlash" tugmasi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98A15"/>
                </a:solidFill>
                <a:latin typeface="Arial"/>
              </a:rPr>
              <a:t>Maslahat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85216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Ish tugagach mijoz sizni baholaydi. Yaxshi reyting ko'proq chaqiruv olib keladi.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FA06A"/>
                </a:solidFill>
                <a:latin typeface="Arial"/>
              </a:rPr>
              <a:t>VETERINAR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Veterinar: ochiq so'rovlarga taklif bering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56231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"Tender" bo'limida yangi so'rovlar lentasi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03704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Faqat mutaxassisligingizga mos so'rovlar ko'rinadi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9191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816351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50975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So'rovni o'qing: muammo, shahar, byudjet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3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712463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48456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O'z narxingizni yozib "Taklif" tugmasini bosing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9592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Mijoz takliflarni solishtirib, birini tanlaydi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71416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608576"/>
            <a:ext cx="502920" cy="502920"/>
          </a:xfrm>
          <a:prstGeom prst="ellipse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44568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3201D"/>
                </a:solidFill>
                <a:latin typeface="Arial"/>
              </a:rPr>
              <a:t>Tanlansangiz, "G'olib bo'lgan takliflarim" da chiqadi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92040"/>
            <a:ext cx="950975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65D"/>
                </a:solidFill>
                <a:latin typeface="Arial"/>
              </a:rPr>
              <a:t>Ishni bajarib "Yakunlash" ni bosing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98A15"/>
                </a:solidFill>
                <a:latin typeface="Arial"/>
              </a:rPr>
              <a:t>Maslahat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85216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Narxni haqiqatga yaqin yozing. Mijoz asosan narx, reyting va tajribaga qaraydi.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Administrator: panelga kirish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2920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F6FBD"/>
                </a:solidFill>
                <a:latin typeface="Arial"/>
              </a:rPr>
              <a:t>Kirish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48056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3201D"/>
                </a:solidFill>
                <a:latin typeface="Arial"/>
              </a:rPr>
              <a:t>1. Brauzerda admin panel manzilini oching: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23201D"/>
                </a:solidFill>
                <a:latin typeface="Arial"/>
              </a:rPr>
              <a:t>     /admin-panel/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23201D"/>
                </a:solidFill>
                <a:latin typeface="Arial"/>
              </a:rPr>
              <a:t>2. Login va parolni kiriting.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23201D"/>
                </a:solidFill>
                <a:latin typeface="Arial"/>
              </a:rPr>
              <a:t>3. "Kirish" tugmasini bosing.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23201D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23201D"/>
                </a:solidFill>
                <a:latin typeface="Arial"/>
              </a:rPr>
              <a:t>Faqat administrator huquqi bor hisoblar kira oladi.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37360"/>
            <a:ext cx="539496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F6FBD"/>
                </a:solidFill>
                <a:latin typeface="Arial"/>
              </a:rPr>
              <a:t>Ekran tuzilishi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146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2F6FBD"/>
                </a:solidFill>
                <a:latin typeface="Arial"/>
              </a:rPr>
              <a:t>Chapda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menyu (bo'limlar)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2F6FBD"/>
                </a:solidFill>
                <a:latin typeface="Arial"/>
              </a:rPr>
              <a:t>Tepada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qidiruv, qo'ng'iroqcha,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69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2F6FBD"/>
                </a:solidFill>
                <a:latin typeface="Arial"/>
              </a:rPr>
              <a:t>Markazda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6908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jadval va tablar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846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2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2F6FBD"/>
                </a:solidFill>
                <a:latin typeface="Arial"/>
              </a:rPr>
              <a:t>Qator oxirida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4632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uch nuqta: amallar menyusi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1500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B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D1483F"/>
                </a:solidFill>
                <a:latin typeface="Arial"/>
              </a:rPr>
              <a:t>Diqqat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71500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Parolni hech kimga bermang. Xavfsizlik uchun uni vaqti-vaqti bilan almashtiring.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Administrator: bo'limlar va amallar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6F665D"/>
                </a:solidFill>
                <a:latin typeface="Arial"/>
              </a:rPr>
              <a:t>Bo'lim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6F665D"/>
                </a:solidFill>
                <a:latin typeface="Arial"/>
              </a:rPr>
              <a:t>Nima ko'rinadi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6F665D"/>
                </a:solidFill>
                <a:latin typeface="Arial"/>
              </a:rPr>
              <a:t>Nima qilish mumkin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Bosh sahifa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Umumiy raqamlar (bosilsa tegishli bo'limga o'tadi)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Ko'rish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50592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0592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Veterinarlar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50592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Barcha veterinarlar, tasdiqlangan/tasdiqlanmagan tablari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50592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Tasdiqlash / bekor qilish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80944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80944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Foydalanuvchilar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980944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Mijozlar, veterinarlar va adminlar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Bloklash / blokdan chiqarish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11296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11296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Chaqiruvlar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11296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To'g'ridan chaqiruvlar, holat bo'yicha tablar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511296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Ko'rish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41648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41648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Ochiq so'rovlar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041648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Tender so'rovlari va takliflar soni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41648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Ko'rish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72000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Izohlar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572000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Mijozlar qoldirgan baholar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O'chirish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102352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102352"/>
            <a:ext cx="25603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3201D"/>
                </a:solidFill>
                <a:latin typeface="Arial"/>
              </a:rPr>
              <a:t>Shikoyatlar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102352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665D"/>
                </a:solidFill>
                <a:latin typeface="Arial"/>
              </a:rPr>
              <a:t>Ko'rib chiqilmaganlar soni belgi bilan ko'rinadi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102352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"Ko'rib chiqildi" deb belgilash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76072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8E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98A15"/>
                </a:solidFill>
                <a:latin typeface="Arial"/>
              </a:rPr>
              <a:t>Maslahat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76072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Har kuni avval "Shikoyatlar" va "Tasdiqlanmagan veterinarlar" ni tekshiring.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FBD"/>
                </a:solidFill>
                <a:latin typeface="Arial"/>
              </a:rPr>
              <a:t>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Administratorning kundalik 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46304" cy="1828800"/>
          </a:xfrm>
          <a:prstGeom prst="rect">
            <a:avLst/>
          </a:prstGeom>
          <a:solidFill>
            <a:srgbClr val="3F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3FA06A"/>
                </a:solidFill>
                <a:latin typeface="Arial"/>
              </a:rPr>
              <a:t>Yangi veterinar keldi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6634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Veterinarlar &gt; Tasdiqlanmagan. Ma'lumotlarini tekshiring, uch nuqta &gt; "Tasdiqlash".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146304" cy="1828800"/>
          </a:xfrm>
          <a:prstGeom prst="rect">
            <a:avLst/>
          </a:prstGeom>
          <a:solidFill>
            <a:srgbClr val="D14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D1483F"/>
                </a:solidFill>
                <a:latin typeface="Arial"/>
              </a:rPr>
              <a:t>Shikoyat keldi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6634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Shikoyatlar bo'limida sabab va izohni o'qing. Zarur bo'lsa foydalanuvchini bloklang, so'ng "Ko'rib chiqildi" ni bosing.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146304" cy="1828800"/>
          </a:xfrm>
          <a:prstGeom prst="rect">
            <a:avLst/>
          </a:prstGeom>
          <a:solidFill>
            <a:srgbClr val="C98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C98A15"/>
                </a:solidFill>
                <a:latin typeface="Arial"/>
              </a:rPr>
              <a:t>Nomunosib izoh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46634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Izohlar &gt; uch nuqta &gt; "O'chirish". Veterinar reytingi avtomatik qayta hisoblanadi.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033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03320"/>
            <a:ext cx="146304" cy="1828800"/>
          </a:xfrm>
          <a:prstGeom prst="rect">
            <a:avLst/>
          </a:prstGeom>
          <a:solidFill>
            <a:srgbClr val="2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2F6FBD"/>
                </a:solidFill>
                <a:latin typeface="Arial"/>
              </a:rPr>
              <a:t>Hisobni to'xtatish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89120"/>
            <a:ext cx="46634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Foydalanuvchilar &gt; uch nuqta &gt; "Bloklash". Qaytarish ham shu yerdan. Admin hisobini bloklab bo'lmaydi.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2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FB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463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D1483F"/>
                </a:solidFill>
                <a:latin typeface="Arial"/>
              </a:rPr>
              <a:t>Diqqat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760720"/>
            <a:ext cx="90525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Ehtiyot bo'ling: izohni o'chirish qaytarilmaydi.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774A"/>
                </a:solidFill>
                <a:latin typeface="Arial"/>
              </a:rPr>
              <a:t>YORDAM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3201D"/>
                </a:solidFill>
                <a:latin typeface="Arial"/>
              </a:rPr>
              <a:t>Tez-tez so'raladigan savollar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F665D"/>
                </a:solidFill>
                <a:latin typeface="Arial"/>
              </a:rPr>
              <a:t>Vet-App  |  Foydalanish qo'llanmasi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20624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5623A"/>
                </a:solidFill>
                <a:latin typeface="Arial"/>
              </a:rPr>
              <a:t>Ilova ochilmayapti?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91640"/>
            <a:ext cx="612648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Botga qaytib "Start" bosing va tugmani qayta bosing.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78024"/>
            <a:ext cx="106984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420624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5623A"/>
                </a:solidFill>
                <a:latin typeface="Arial"/>
              </a:rPr>
              <a:t>Ma'lumot yangilanmadi?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78024"/>
            <a:ext cx="612648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Ekranni pastga tortib yangilang.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64408"/>
            <a:ext cx="106984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8"/>
            <a:ext cx="420624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5623A"/>
                </a:solidFill>
                <a:latin typeface="Arial"/>
              </a:rPr>
              <a:t>Veterinar javob bermayapti?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264408"/>
            <a:ext cx="612648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Boshqa veterinarni tanlang yoki ochiq so'rov joylang.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50791"/>
            <a:ext cx="106984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1"/>
            <a:ext cx="420624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5623A"/>
                </a:solidFill>
                <a:latin typeface="Arial"/>
              </a:rPr>
              <a:t>Tilni qanday o'zgartiraman?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050791"/>
            <a:ext cx="612648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Profil &gt; Til &gt; O'zbekcha yoki Ruscha.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37176"/>
            <a:ext cx="106984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37176"/>
            <a:ext cx="420624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5623A"/>
                </a:solidFill>
                <a:latin typeface="Arial"/>
              </a:rPr>
              <a:t>Chaqiruvni bekor qilsam bo'ladimi?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837176"/>
            <a:ext cx="6126480" cy="6949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3201D"/>
                </a:solidFill>
                <a:latin typeface="Arial"/>
              </a:rPr>
              <a:t>Ha, faol so'rov kartasida "Bekor qilish" tugmasi bor.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10698480" cy="548640"/>
          </a:xfrm>
          <a:prstGeom prst="roundRect">
            <a:avLst>
              <a:gd name="adj" fmla="val 8000"/>
            </a:avLst>
          </a:prstGeom>
          <a:solidFill>
            <a:srgbClr val="E8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Savol bo'lsa: Profil &gt; Yordam markazi. Omad tilaymiz!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