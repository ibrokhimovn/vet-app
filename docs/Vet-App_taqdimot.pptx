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Narx (ming so'm)</c:v>
                </c:pt>
              </c:strCache>
            </c:strRef>
          </c:tx>
          <c:spPr>
            <a:solidFill>
              <a:srgbClr val="E877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D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Veterinar A</c:v>
                  </c:pt>
                  <c:pt idx="1">
                    <c:v>Veterinar B</c:v>
                  </c:pt>
                  <c:pt idx="2">
                    <c:v>Veterinar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180</c:v>
                </c:pt>
                <c:pt idx="2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D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D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Vet-App: hayvon egalari va veterinarlarni bir joyda uchrashtiradigan ilova. U Telegram ichida ishlaydi, shuning uchun alohida dastur yuklash shart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Odatda hayvon kasal bo'lganda odamlar tanishlaridan so'raydi. Ishonch, narx va vaqt noaniq bo'ladi. Vet-App shu uchalasini hal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Asosiy g'oya: mijoz ilovadan chiqmasdan, Telegram ichida veterinarni topadi va chaqiradi.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Toping, chaqiring, kuzating. Har bir qadam ilovada bir-ikki bosishda bajariladi.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Bosh sahifa, hayvonlar, so'rovlar va profil: to'rtta bo'lim, hammasi bir qo'l bilan boshqariladi.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Xaritada veterinarlar joylashuvi ko'rinadi. Profilda tajriba, xizmat narxlari va izohlar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Agar mijoz qaysi veterinarni tanlashni bilmasa, ochiq so'rov joylaydi. Mos veterinarlar narx taklif qiladi, mijoz o'zi tanlaydi. Diagramma misol uchun.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Veterinar uchun alohida bot va alohida ilova bor. Yangi chaqiruvlar va tenderlar raqamli belgi bilan ko'rinadi.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Xavfsizlik uchta qatlamda: veterinarlarni tekshirish, foydalanuvchilar o'rtasida nazorat (shikoyat, bloklash) va texnik himoya (Telegram imzosi, JWT, tezlik cheklovi).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panel oddiy brauzerda ochiladi. Bosh sahifada asosiy ko'rsatkichlar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kundalik ishi: yangi veterinarlarni tasdiqlash, shikoyatlarni ko'rish, kerak bo'lsa bloklash yoki nomunosib izohni o'chirish.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Uchala interfeys bitta Django REST API bilan ishlaydi. Ma'lumotlar PostgreSQL'da, xabarnomalar Celery va Redis orqali Telegram botlarga yuboriladi. Hammasi Docker'da ishga tushadi.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Hozir asosiy oqim tayyor: chaqirish, ochiq so'rov, baho, shikoyat, admin nazorati. Keyingi bosqichlar: pullik TOP joylashuv, hamyon va to'lov, pilot loyiha.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Rahmat! Savollar bo'lsa, javob berishga tayyorman.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5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583680" cy="658368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206240"/>
            <a:ext cx="4754880" cy="475488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Veterinarni bir necha bosishda chaqiring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Hayvon egalari va veterinarlarni bog'laydigan Telegram Mini App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 |  Veterinar  |  Admin</a:t>
            </a:r>
            <a:endParaRPr lang="en-US" sz="1200" dirty="0"/>
          </a:p>
        </p:txBody>
      </p:sp>
      <p:pic>
        <p:nvPicPr>
          <p:cNvPr id="9" name="Image 0" descr="/tmp/claude-1000/-home-numonjon-python-vet-app/08d6edb5-929e-45bf-98d0-8171b152884e/scratchpad/deck2/phone_c_v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914400"/>
            <a:ext cx="2877682" cy="5669280"/>
          </a:xfrm>
          <a:prstGeom prst="rect">
            <a:avLst/>
          </a:prstGeom>
        </p:spPr>
      </p:pic>
      <p:pic>
        <p:nvPicPr>
          <p:cNvPr id="10" name="Image 1" descr="/tmp/claude-1000/-home-numonjon-python-vet-app/08d6edb5-929e-45bf-98d0-8171b152884e/scratchpad/deck2/phone_c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11480"/>
            <a:ext cx="3202582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Hayvon kasal bo'lganda nima qilamiz?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35" y="2312975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Veterinarni topish qiyin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Tanish-bilishdan yoki ijtimoiy tarmoq guruhlaridan so'rashga to'g'ri keladi. Ko'p vaqt ketadi.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03120"/>
            <a:ext cx="777240" cy="7772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95" y="231297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Kimga ishonishni bilmaymiz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haqiqiy mutaxassismi, avval kimni davolagan, odamlar nima deydi? Bu noma'lum.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03120"/>
            <a:ext cx="777240" cy="7772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055" y="231297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Narx va vaqt noaniq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Necha pul turadi, qachon keladi? Har safar telefonda alohida kelishish kerak.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shu uchta muammoni bitta ilovada hal qiladi.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Yechim: bitta ilova, ikki usul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20052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647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ichida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Alohida dastur yuklash shart emas. Botni oching, ilova shu yerda ochiladi.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822960" cy="8229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468319"/>
            <a:ext cx="378562" cy="3785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227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Ikki usulda chaqirish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703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O'zingiz veterinarni tanlaysiz, yoki ochiq so'rov joylab, takliflarni kutasiz.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822960" cy="8229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93135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690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Ishonchli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166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tasdiqlagan veterinarlar, haqiqiy izohlar va reyting.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406640" y="1097280"/>
            <a:ext cx="4480560" cy="4480560"/>
          </a:xfrm>
          <a:prstGeom prst="ellipse">
            <a:avLst/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pic>
        <p:nvPicPr>
          <p:cNvPr id="17" name="Image 3" descr="/tmp/claude-1000/-home-numonjon-python-vet-app/08d6edb5-929e-45bf-98d0-8171b152884e/scratchpad/deck2/phone_c_ve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822960"/>
            <a:ext cx="2924096" cy="57607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QANDAY ISHLAYDI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 qadamda veterinar chaqirish</a:t>
            </a:r>
            <a:endParaRPr lang="en-US" sz="3400" dirty="0"/>
          </a:p>
        </p:txBody>
      </p:sp>
      <p:pic>
        <p:nvPicPr>
          <p:cNvPr id="4" name="Image 0" descr="/tmp/claude-1000/-home-numonjon-python-vet-app/08d6edb5-929e-45bf-98d0-8171b152884e/scratchpad/deck2/phone_c_v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625" y="1325880"/>
            <a:ext cx="1926191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74775" y="1463040"/>
            <a:ext cx="548640" cy="548640"/>
          </a:xfrm>
          <a:prstGeom prst="ellipse">
            <a:avLst/>
          </a:prstGeom>
          <a:solidFill>
            <a:srgbClr val="E877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74775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57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715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Ism, klinika yoki hayvon turi bo'yicha qidiring.</a:t>
            </a:r>
            <a:endParaRPr lang="en-US" sz="1300" dirty="0"/>
          </a:p>
        </p:txBody>
      </p:sp>
      <p:pic>
        <p:nvPicPr>
          <p:cNvPr id="9" name="Image 1" descr="/tmp/claude-1000/-home-numonjon-python-vet-app/08d6edb5-929e-45bf-98d0-8171b152884e/scratchpad/deck2/phone_c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385" y="1325880"/>
            <a:ext cx="1926191" cy="3794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9535" y="1463040"/>
            <a:ext cx="548640" cy="548640"/>
          </a:xfrm>
          <a:prstGeom prst="ellipse">
            <a:avLst/>
          </a:prstGeom>
          <a:solidFill>
            <a:srgbClr val="E877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9535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5257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Chaqiring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715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Profilni ko'ring, hayvonni tanlab, muammoni yozing.</a:t>
            </a:r>
            <a:endParaRPr lang="en-US" sz="1300" dirty="0"/>
          </a:p>
        </p:txBody>
      </p:sp>
      <p:pic>
        <p:nvPicPr>
          <p:cNvPr id="14" name="Image 2" descr="/tmp/claude-1000/-home-numonjon-python-vet-app/08d6edb5-929e-45bf-98d0-8171b152884e/scratchpad/deck2/phone_c_visi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145" y="1325880"/>
            <a:ext cx="1926191" cy="3794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564295" y="1463040"/>
            <a:ext cx="548640" cy="548640"/>
          </a:xfrm>
          <a:prstGeom prst="ellipse">
            <a:avLst/>
          </a:prstGeom>
          <a:solidFill>
            <a:srgbClr val="E877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0564295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5257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Kuzating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5715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Qabul, yo'lda va yakunlandi holatlarini ko'rib turing.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uchun qulay ilova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09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Hayvonlarim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84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Hayvon ma'lumotlari bir marta kiritiladi, chaqirishda tanlanadi.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2" y="3025750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25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So'rovlar tarixi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Faol va tugagan so'rovlar bir ro'yxatda.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4141318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Bildirishnomalar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315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Holat o'zgarsa Telegramga xabar keladi.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084064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2" y="5256886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5056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Ikki til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4315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O'zbekcha va ruscha, bir bosishda almashadi.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309360" y="155448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pic>
        <p:nvPicPr>
          <p:cNvPr id="21" name="Image 4" descr="/tmp/claude-1000/-home-numonjon-python-vet-app/08d6edb5-929e-45bf-98d0-8171b152884e/scratchpad/deck2/phone_c_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685800"/>
            <a:ext cx="2877682" cy="5669280"/>
          </a:xfrm>
          <a:prstGeom prst="rect">
            <a:avLst/>
          </a:prstGeom>
        </p:spPr>
      </p:pic>
      <p:pic>
        <p:nvPicPr>
          <p:cNvPr id="22" name="Image 5" descr="/tmp/claude-1000/-home-numonjon-python-vet-app/08d6edb5-929e-45bf-98d0-8171b152884e/scratchpad/deck2/phone_c_pro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051560"/>
            <a:ext cx="2738440" cy="53949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pic>
        <p:nvPicPr>
          <p:cNvPr id="3" name="Image 0" descr="/tmp/claude-1000/-home-numonjon-python-vet-app/08d6edb5-929e-45bf-98d0-8171b152884e/scratchpad/deck2/phone_c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738440" cy="5394960"/>
          </a:xfrm>
          <a:prstGeom prst="rect">
            <a:avLst/>
          </a:prstGeom>
        </p:spPr>
      </p:pic>
      <p:pic>
        <p:nvPicPr>
          <p:cNvPr id="4" name="Image 1" descr="/tmp/claude-1000/-home-numonjon-python-vet-app/08d6edb5-929e-45bf-98d0-8171b152884e/scratchpad/deck2/phone_c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685800"/>
            <a:ext cx="2877682" cy="5669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7512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675120" y="685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Kerakli veterinarni tez toping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675120" y="2240280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942" y="2413102"/>
            <a:ext cx="294437" cy="2944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54380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Xaritada yaqin atrofdagilar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543800" y="2606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Uzoqdan nuqta, yaqinlashtirsangiz veterinar rasmi ko'rinadi.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675120" y="3566160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3738982"/>
            <a:ext cx="294437" cy="29443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54380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To'liq profil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7543800" y="3931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Tajriba, mutaxassislik, xizmatlar va narxlar oldindan ko'rinadi.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675120" y="4892040"/>
            <a:ext cx="640080" cy="6400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42" y="5064862"/>
            <a:ext cx="294437" cy="29443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543800" y="4864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Haqiqiy izohlar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7543800" y="5257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Faqat ishdan keyin qoldirilgan baholar reytingga qo'shiladi.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IKKINCHI USUL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Ochiq so'rov: veterinarlar o'zi taklif beradi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e'lon qiladi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Muammo, shahar, byudjet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2011680"/>
            <a:ext cx="384048" cy="38404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Vetlar taklif beradi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Narx va xabar yuboradi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2011680"/>
            <a:ext cx="384048" cy="38404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tanlaydi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ma'qul taklif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20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Misol: bitta so'rovga kelgan takliflar (ming so'm)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840480"/>
          <a:ext cx="6949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pic>
        <p:nvPicPr>
          <p:cNvPr id="24" name="Image 0" descr="/tmp/claude-1000/-home-numonjon-python-vet-app/08d6edb5-929e-45bf-98d0-8171b152884e/scratchpad/deck2/phone_v_t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097280"/>
            <a:ext cx="2784854" cy="54864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uchun ish kabineti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09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qabul qilaman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848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tugma bilan mijozlarga ko'rinish yoki yashirinish.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640080" cy="64008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2" y="3025750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25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Chaqiruvlar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Qabul qilish, rad etish, yo'lda va yakunlash.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640080" cy="64008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4141318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lentasi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3159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Mutaxassisligiga mos ochiq so'rovlarga narx taklif qilish.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84064"/>
            <a:ext cx="640080" cy="64008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2" y="5256886"/>
            <a:ext cx="294437" cy="2944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5056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va xarita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4315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Rasm, xizmatlar, narxlar va joylashuvni o'zi boshqaradi.</a:t>
            </a:r>
            <a:endParaRPr lang="en-US" sz="1300" dirty="0"/>
          </a:p>
        </p:txBody>
      </p:sp>
      <p:pic>
        <p:nvPicPr>
          <p:cNvPr id="20" name="Image 4" descr="/tmp/claude-1000/-home-numonjon-python-vet-app/08d6edb5-929e-45bf-98d0-8171b152884e/scratchpad/deck2/phone_v_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508760"/>
            <a:ext cx="2483161" cy="4892040"/>
          </a:xfrm>
          <a:prstGeom prst="rect">
            <a:avLst/>
          </a:prstGeom>
        </p:spPr>
      </p:pic>
      <p:pic>
        <p:nvPicPr>
          <p:cNvPr id="21" name="Image 5" descr="/tmp/claude-1000/-home-numonjon-python-vet-app/08d6edb5-929e-45bf-98d0-8171b152884e/scratchpad/deck2/phone_v_cal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508760"/>
            <a:ext cx="2483161" cy="4892040"/>
          </a:xfrm>
          <a:prstGeom prst="rect">
            <a:avLst/>
          </a:prstGeom>
        </p:spPr>
      </p:pic>
      <p:pic>
        <p:nvPicPr>
          <p:cNvPr id="22" name="Image 6" descr="/tmp/claude-1000/-home-numonjon-python-vet-app/08d6edb5-929e-45bf-98d0-8171b152884e/scratchpad/deck2/phone_v_prof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1508760"/>
            <a:ext cx="2483161" cy="48920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Ishonch va xavfsizlik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22178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57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Tasdiqlangan veterinarlar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veterinarni admin tekshirib, "Tasdiqlangan" belgisini beradi.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57400"/>
            <a:ext cx="594360" cy="594360"/>
          </a:xfrm>
          <a:prstGeom prst="ellipse">
            <a:avLst/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97" y="221787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057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Halol reyting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Baho faqat yakunlangan ishdan keyin qoldiriladi.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057400"/>
            <a:ext cx="594360" cy="594360"/>
          </a:xfrm>
          <a:prstGeom prst="ellipse">
            <a:avLst/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957" y="221787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057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Shikoyat tizimi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Besh xil sabab; admin har birini ko'rib chiqadi.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2F6FBD"/>
          </a:solidFill>
          <a:ln w="12700">
            <a:solidFill>
              <a:srgbClr val="2F6FB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4458157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Parolsiz kirish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imzosi serverda tekshiriladi, soxta so'rov o'tmaydi.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97680"/>
            <a:ext cx="594360" cy="594360"/>
          </a:xfrm>
          <a:prstGeom prst="ellipse">
            <a:avLst/>
          </a:prstGeom>
          <a:solidFill>
            <a:srgbClr val="2F6FBD"/>
          </a:solidFill>
          <a:ln w="12700">
            <a:solidFill>
              <a:srgbClr val="2F6FB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197" y="4458157"/>
            <a:ext cx="273406" cy="27340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Himoyalangan API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token, rollar bo'yicha ruxsat va so'rov tezligi cheklovi.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297680"/>
            <a:ext cx="594360" cy="594360"/>
          </a:xfrm>
          <a:prstGeom prst="ellipse">
            <a:avLst/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957" y="4458157"/>
            <a:ext cx="273406" cy="27340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Bloklash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Qoidabuzarning hisobi admin tomonidan to'xtatiladi.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uchun veb panel</a:t>
            </a:r>
            <a:endParaRPr lang="en-US" sz="3400" dirty="0"/>
          </a:p>
        </p:txBody>
      </p:sp>
      <p:pic>
        <p:nvPicPr>
          <p:cNvPr id="4" name="Image 0" descr="/tmp/claude-1000/-home-numonjon-python-vet-app/08d6edb5-929e-45bf-98d0-8171b152884e/scratchpad/deck2/browser_a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63040"/>
            <a:ext cx="7589520" cy="46824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874520"/>
            <a:ext cx="292608" cy="29260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qarashda umumiy raqamlar: mijozlar, veterinarlar, faol chaqiruvlar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2880360"/>
            <a:ext cx="292608" cy="29260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Ko'rib chiqilmagan shikoyatlar qizil belgi bilan ajralib turadi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0" y="3886200"/>
            <a:ext cx="292608" cy="29260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Kartani bossangiz, tegishli ro'yxatga o'tadi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0" y="4892040"/>
            <a:ext cx="292608" cy="29260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Kompyuterda ham, telefonda ham ochiladi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Nazorat bir necha bosishda</a:t>
            </a:r>
            <a:endParaRPr lang="en-US" sz="3400" dirty="0"/>
          </a:p>
        </p:txBody>
      </p:sp>
      <p:pic>
        <p:nvPicPr>
          <p:cNvPr id="4" name="Image 0" descr="/tmp/claude-1000/-home-numonjon-python-vet-app/08d6edb5-929e-45bf-98d0-8171b152884e/scratchpad/deck2/browser_a_v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417320"/>
            <a:ext cx="5760720" cy="3554114"/>
          </a:xfrm>
          <a:prstGeom prst="rect">
            <a:avLst/>
          </a:prstGeom>
        </p:spPr>
      </p:pic>
      <p:pic>
        <p:nvPicPr>
          <p:cNvPr id="5" name="Image 1" descr="/tmp/claude-1000/-home-numonjon-python-vet-app/08d6edb5-929e-45bf-98d0-8171b152884e/scratchpad/deck2/browser_a_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760720" cy="35541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Veterinarni tasdiqlash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440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veterinarning ma'lumotini tekshirib, uch nuqta menyusidan bir bosishda tasdiqlanadi.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Shikoyatlarni ko'rish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5440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Sabab va izoh ko'rinadi. Kerak bo'lsa foydalanuvchi bloklanadi, keyin "Ko'rib chiqildi" deb belgilanadi.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TEXNOLOGIYA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Qanday qurilgan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Mini App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ichida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Mini 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ichida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270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Brauzerda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51460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262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REST API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99008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Yagona server: ruxsatlar, qoidalar, 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7830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3E6DC"/>
          </a:solidFill>
          <a:ln w="12700">
            <a:solidFill>
              <a:srgbClr val="F3E6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258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ma'lumotlar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297180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3E6DC"/>
          </a:solidFill>
          <a:ln w="12700">
            <a:solidFill>
              <a:srgbClr val="F3E6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3081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447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 vazifalari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416052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3E6DC"/>
          </a:solidFill>
          <a:ln w="12700">
            <a:solidFill>
              <a:srgbClr val="F3E6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4270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botlar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636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Xabarnomalar (2 ta bot)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240280"/>
            <a:ext cx="1554480" cy="118872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3429000"/>
            <a:ext cx="1554480" cy="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3291840" y="4617720"/>
            <a:ext cx="1554480" cy="-118872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7772400" y="2240280"/>
            <a:ext cx="1371600" cy="118872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72400" y="3429000"/>
            <a:ext cx="1371600" cy="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3429000"/>
            <a:ext cx="1371600" cy="1188720"/>
          </a:xfrm>
          <a:prstGeom prst="line">
            <a:avLst/>
          </a:prstGeom>
          <a:noFill/>
          <a:ln w="25400">
            <a:solidFill>
              <a:srgbClr val="E8774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566928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66928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566928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10512" y="566928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DRF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69464" y="56692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69464" y="5669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32504" y="566928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32504" y="566928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93208" y="5669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93208" y="5669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53328" y="566928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53328" y="566928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14032" y="56692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14032" y="5669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YO'L XARITASI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Hozirgi holat va keyingi qadamlar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880360" cy="1965960"/>
          </a:xfrm>
          <a:prstGeom prst="roundRect">
            <a:avLst>
              <a:gd name="adj" fmla="val 5581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interfeys: mijoz, veterinar, admin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783080"/>
            <a:ext cx="2880360" cy="1965960"/>
          </a:xfrm>
          <a:prstGeom prst="roundRect">
            <a:avLst>
              <a:gd name="adj" fmla="val 5581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8620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til: o'zbekcha va ruscha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880360" cy="1965960"/>
          </a:xfrm>
          <a:prstGeom prst="roundRect">
            <a:avLst>
              <a:gd name="adj" fmla="val 5581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hayvon yo'nalishi (it, mushuk, ot va boshqalar)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3977640"/>
            <a:ext cx="2880360" cy="1965960"/>
          </a:xfrm>
          <a:prstGeom prst="roundRect">
            <a:avLst>
              <a:gd name="adj" fmla="val 5581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86200" y="4160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avtomatik test muvaffaqiyatli o'tadi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Keyingi qadamlar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49440" y="2377440"/>
            <a:ext cx="548640" cy="5486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573" y="2525573"/>
            <a:ext cx="252374" cy="25237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68096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joylashuv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2688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ro'yxatda yuqoriroq chiqishi uchun pullik xizmat.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9440" y="3337560"/>
            <a:ext cx="548640" cy="5486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573" y="348569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680960" y="3319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Hamyon va to'lov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36484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Ilova ichida xizmat haqini to'lash.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949440" y="4297680"/>
            <a:ext cx="548640" cy="5486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573" y="4445813"/>
            <a:ext cx="252374" cy="25237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680960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band bo'lsa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680960" y="46085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holatni aniq ko'rsatish va nazorat qilish.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949440" y="5257800"/>
            <a:ext cx="548640" cy="54864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573" y="5405933"/>
            <a:ext cx="252374" cy="25237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680960" y="5239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Ommaviy ishga tushirish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680960" y="5568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Doimiy manzil va sinov foydalanuvchilari bilan pilot.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Taqdimot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5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011680"/>
            <a:ext cx="6400800" cy="640080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Savollar?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Sinab ko'rish uchun Telegramda Vet-App botini oching va "Start" tugmasini bosing.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600" dirty="0"/>
          </a:p>
        </p:txBody>
      </p:sp>
      <p:pic>
        <p:nvPicPr>
          <p:cNvPr id="6" name="Image 0" descr="/tmp/claude-1000/-home-numonjon-python-vet-app/08d6edb5-929e-45bf-98d0-8171b152884e/scratchpad/deck2/phone_c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3016925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Vet-App taqdimoti</dc:title>
  <dc:subject>PptxGenJS Presentation</dc:subject>
  <dc:creator>Vet-App</dc:creator>
  <cp:lastModifiedBy>Vet-App</cp:lastModifiedBy>
  <cp:revision>1</cp:revision>
  <dcterms:created xsi:type="dcterms:W3CDTF">2026-09-21T10:19:13Z</dcterms:created>
  <dcterms:modified xsi:type="dcterms:W3CDTF">2026-09-21T10:19:13Z</dcterms:modified>
</cp:coreProperties>
</file>